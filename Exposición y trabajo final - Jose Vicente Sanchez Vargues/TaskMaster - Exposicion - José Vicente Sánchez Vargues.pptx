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bf7d0485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bf7d0485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f7d0485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bf7d0485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bf7d0485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bf7d0485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bf7d0485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bf7d0485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bf7d0485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bf7d0485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bf7d0485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bf7d0485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f7d0485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f7d0485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bf7d0485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bf7d0485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f7d0485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bf7d0485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f7d0485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bf7d0485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bf7d0485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bf7d0485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bf7d0485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bf7d0485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f7d0485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bf7d0485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bf7d0485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bf7d0485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bf7d0485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bf7d0485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bf7d0485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bf7d0485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bf7d0485e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bf7d0485e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bf7d0485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bf7d0485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bf7d0485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bf7d0485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bf7d0485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bf7d0485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bf7d0485e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bf7d0485e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bf7d0485e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bf7d0485e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bf7d0485e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bf7d0485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bf7d0485e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bf7d0485e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TaskMaster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José Vicente Sánchez Vargues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1.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2.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5.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2.- Revisión, conclusiones y riesgos.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3 y 4.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6.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Reto 7.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del esquema E/R y modelo relacional.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498" y="1453975"/>
            <a:ext cx="3466325" cy="260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462" y="1453975"/>
            <a:ext cx="3399939" cy="2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las tablas de la BD (Tarea).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66730" cy="317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las tablas de la BD (Estado).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66730" cy="31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363" y="1376025"/>
            <a:ext cx="5762625" cy="16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las tablas de la BD (Categoría).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66730" cy="31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363" y="1376025"/>
            <a:ext cx="57626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275" y="2223049"/>
            <a:ext cx="5151446" cy="16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las tablas de la BD (Usuario-Tarea).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66730" cy="31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363" y="1376025"/>
            <a:ext cx="57626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275" y="2223049"/>
            <a:ext cx="5151446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5138" y="2645000"/>
            <a:ext cx="5753100" cy="16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las tablas de la BD (Usuario).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66730" cy="31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363" y="1376025"/>
            <a:ext cx="57626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275" y="2223049"/>
            <a:ext cx="5151446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5138" y="2645000"/>
            <a:ext cx="5753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5150" y="1619250"/>
            <a:ext cx="5743575" cy="1905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0"/>
          <p:cNvSpPr/>
          <p:nvPr/>
        </p:nvSpPr>
        <p:spPr>
          <a:xfrm>
            <a:off x="4474975" y="1694700"/>
            <a:ext cx="1067400" cy="1754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 interfaz gráfica de la aplicación.</a:t>
            </a:r>
            <a:endParaRPr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00" y="1777100"/>
            <a:ext cx="5827401" cy="2865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 interfaz gráfica de la aplicación.</a:t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00" y="1777100"/>
            <a:ext cx="5827401" cy="28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2350" y="1307850"/>
            <a:ext cx="5734050" cy="2828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 interfaz gráfica de la aplicación.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00" y="1777100"/>
            <a:ext cx="5827401" cy="28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2350" y="1307850"/>
            <a:ext cx="57340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600" y="1567550"/>
            <a:ext cx="5734050" cy="2828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1.- Diseño de la aplicación: Diseño de la interfaz gráfica de la aplicación.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</a:t>
            </a:r>
            <a:endParaRPr/>
          </a:p>
        </p:txBody>
      </p:sp>
      <p:pic>
        <p:nvPicPr>
          <p:cNvPr id="226" name="Google Shape;2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00" y="1777100"/>
            <a:ext cx="5827401" cy="28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2350" y="1307850"/>
            <a:ext cx="57340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600" y="1567550"/>
            <a:ext cx="57340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4275" y="1712475"/>
            <a:ext cx="5734050" cy="28479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UML.</a:t>
            </a:r>
            <a:endParaRPr sz="2150"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686688"/>
            <a:ext cx="3460425" cy="26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UML.</a:t>
            </a:r>
            <a:endParaRPr sz="2150"/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686699"/>
            <a:ext cx="3092725" cy="23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675" y="1686700"/>
            <a:ext cx="3092725" cy="238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UML.</a:t>
            </a:r>
            <a:endParaRPr sz="2150"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686699"/>
            <a:ext cx="3092725" cy="23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675" y="1686700"/>
            <a:ext cx="3092725" cy="2388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5263" y="1567550"/>
            <a:ext cx="4393474" cy="3057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Diagrama de casos de uso.</a:t>
            </a:r>
            <a:endParaRPr sz="2150"/>
          </a:p>
        </p:txBody>
      </p:sp>
      <p:sp>
        <p:nvSpPr>
          <p:cNvPr id="259" name="Google Shape;259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713850"/>
            <a:ext cx="3434974" cy="24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Diagrama de casos de uso.</a:t>
            </a:r>
            <a:endParaRPr sz="2150"/>
          </a:p>
        </p:txBody>
      </p:sp>
      <p:sp>
        <p:nvSpPr>
          <p:cNvPr id="266" name="Google Shape;266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713850"/>
            <a:ext cx="3434974" cy="24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038" y="1713850"/>
            <a:ext cx="3356362" cy="24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Casos de prueba.</a:t>
            </a:r>
            <a:endParaRPr sz="2150"/>
          </a:p>
        </p:txBody>
      </p:sp>
      <p:sp>
        <p:nvSpPr>
          <p:cNvPr id="274" name="Google Shape;274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400" y="1567550"/>
            <a:ext cx="4403193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Casos de prueba.</a:t>
            </a:r>
            <a:endParaRPr sz="2150"/>
          </a:p>
        </p:txBody>
      </p:sp>
      <p:sp>
        <p:nvSpPr>
          <p:cNvPr id="281" name="Google Shape;281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400" y="1567550"/>
            <a:ext cx="4403193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/>
          <p:nvPr/>
        </p:nvSpPr>
        <p:spPr>
          <a:xfrm>
            <a:off x="2082600" y="3030575"/>
            <a:ext cx="4978800" cy="657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Casos de prueba.</a:t>
            </a:r>
            <a:endParaRPr sz="2150"/>
          </a:p>
        </p:txBody>
      </p:sp>
      <p:sp>
        <p:nvSpPr>
          <p:cNvPr id="289" name="Google Shape;289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400" y="1567550"/>
            <a:ext cx="4403193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2082600" y="3030575"/>
            <a:ext cx="4978800" cy="657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2" name="Google Shape;29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0213" y="2070650"/>
            <a:ext cx="5743575" cy="1905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3" name="Google Shape;293;p32"/>
          <p:cNvSpPr/>
          <p:nvPr/>
        </p:nvSpPr>
        <p:spPr>
          <a:xfrm>
            <a:off x="4230038" y="2146100"/>
            <a:ext cx="1067400" cy="1754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Casos de prueba.</a:t>
            </a:r>
            <a:endParaRPr sz="2150"/>
          </a:p>
        </p:txBody>
      </p:sp>
      <p:sp>
        <p:nvSpPr>
          <p:cNvPr id="299" name="Google Shape;299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400" y="1567550"/>
            <a:ext cx="4403193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3"/>
          <p:cNvSpPr/>
          <p:nvPr/>
        </p:nvSpPr>
        <p:spPr>
          <a:xfrm>
            <a:off x="2082600" y="3030575"/>
            <a:ext cx="4978800" cy="657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2" name="Google Shape;3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0213" y="2070650"/>
            <a:ext cx="57435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3"/>
          <p:cNvSpPr/>
          <p:nvPr/>
        </p:nvSpPr>
        <p:spPr>
          <a:xfrm>
            <a:off x="4230038" y="2146100"/>
            <a:ext cx="1067400" cy="1754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4" name="Google Shape;30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5450" y="2480225"/>
            <a:ext cx="5753100" cy="10858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Code Smells - Magic numbers.</a:t>
            </a:r>
            <a:endParaRPr/>
          </a:p>
        </p:txBody>
      </p:sp>
      <p:sp>
        <p:nvSpPr>
          <p:cNvPr id="310" name="Google Shape;310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50" y="2318300"/>
            <a:ext cx="58293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Code Smells - Repetición de código.</a:t>
            </a:r>
            <a:endParaRPr/>
          </a:p>
        </p:txBody>
      </p:sp>
      <p:sp>
        <p:nvSpPr>
          <p:cNvPr id="317" name="Google Shape;31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200" y="1567550"/>
            <a:ext cx="5743575" cy="110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Code Smells - Repetición de código.</a:t>
            </a:r>
            <a:endParaRPr/>
          </a:p>
        </p:txBody>
      </p:sp>
      <p:sp>
        <p:nvSpPr>
          <p:cNvPr id="324" name="Google Shape;324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200" y="1567550"/>
            <a:ext cx="57435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725" y="3364313"/>
            <a:ext cx="5724525" cy="11144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50">
                <a:latin typeface="Lato"/>
                <a:ea typeface="Lato"/>
                <a:cs typeface="Lato"/>
                <a:sym typeface="Lato"/>
              </a:rPr>
              <a:t>2.- Revisión, conclusiones y riesgos: Riesgos.</a:t>
            </a:r>
            <a:endParaRPr/>
          </a:p>
        </p:txBody>
      </p:sp>
      <p:sp>
        <p:nvSpPr>
          <p:cNvPr id="332" name="Google Shape;332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100" y="1500400"/>
            <a:ext cx="4637801" cy="30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